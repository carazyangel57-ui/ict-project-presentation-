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3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1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5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7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2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5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9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2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12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0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4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2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8828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09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004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68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91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2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89700-C5A3-4A2C-BB31-9CEF8670C42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13AD7B-F6D7-4BC0-A519-E4FDDA78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8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smtClean="0"/>
              <a:t>  USKT Official Website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0267" y="3784601"/>
            <a:ext cx="7563736" cy="2396066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 smtClean="0"/>
              <a:t>                       Explore Services, News and Updates</a:t>
            </a:r>
            <a:r>
              <a:rPr lang="en-US" dirty="0" smtClean="0">
                <a:latin typeface="Times New Roman Roman"/>
              </a:rPr>
              <a:t>                          </a:t>
            </a:r>
            <a:endParaRPr lang="en-US" dirty="0">
              <a:latin typeface="Times New Roman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66169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 </a:t>
            </a:r>
            <a:r>
              <a:rPr lang="en-US" b="1" dirty="0" smtClean="0"/>
              <a:t>          </a:t>
            </a:r>
            <a:r>
              <a:rPr lang="en-US" b="1" dirty="0" smtClean="0">
                <a:latin typeface="Times New Roman Roman"/>
              </a:rPr>
              <a:t>Presented </a:t>
            </a:r>
            <a:r>
              <a:rPr lang="en-US" b="1" dirty="0">
                <a:latin typeface="Times New Roman Roman"/>
              </a:rPr>
              <a:t>by</a:t>
            </a:r>
            <a:r>
              <a:rPr lang="en-US" b="1" dirty="0" smtClean="0">
                <a:latin typeface="Times New Roman Roman"/>
              </a:rPr>
              <a:t>:</a:t>
            </a:r>
          </a:p>
          <a:p>
            <a:pPr marL="0" indent="0" algn="just">
              <a:buNone/>
            </a:pPr>
            <a:r>
              <a:rPr lang="en-US" b="1" dirty="0">
                <a:latin typeface="Times New Roman Roman"/>
              </a:rPr>
              <a:t> </a:t>
            </a:r>
            <a:r>
              <a:rPr lang="en-US" b="1" dirty="0" smtClean="0">
                <a:latin typeface="Times New Roman Roman"/>
              </a:rPr>
              <a:t>                         </a:t>
            </a:r>
            <a:r>
              <a:rPr lang="en-US" b="1" dirty="0" err="1">
                <a:latin typeface="Times New Roman Roman"/>
              </a:rPr>
              <a:t>Syeda</a:t>
            </a:r>
            <a:r>
              <a:rPr lang="en-US" b="1" dirty="0">
                <a:latin typeface="Times New Roman Roman"/>
              </a:rPr>
              <a:t> </a:t>
            </a:r>
            <a:r>
              <a:rPr lang="en-US" b="1" dirty="0" err="1">
                <a:latin typeface="Times New Roman Roman"/>
              </a:rPr>
              <a:t>Mahnoor</a:t>
            </a:r>
            <a:r>
              <a:rPr lang="en-US" b="1" dirty="0">
                <a:latin typeface="Times New Roman Roman"/>
              </a:rPr>
              <a:t>  </a:t>
            </a:r>
            <a:r>
              <a:rPr lang="en-US" b="1" dirty="0" err="1">
                <a:latin typeface="Times New Roman Roman"/>
              </a:rPr>
              <a:t>Gillani</a:t>
            </a:r>
            <a:r>
              <a:rPr lang="en-US" b="1" dirty="0">
                <a:latin typeface="Times New Roman Roman"/>
              </a:rPr>
              <a:t>(leader)046</a:t>
            </a:r>
          </a:p>
          <a:p>
            <a:pPr marL="0" indent="0" algn="just">
              <a:buNone/>
            </a:pPr>
            <a:r>
              <a:rPr lang="en-US" b="1" dirty="0">
                <a:latin typeface="Times New Roman Roman"/>
              </a:rPr>
              <a:t>                          </a:t>
            </a:r>
            <a:r>
              <a:rPr lang="en-US" b="1" dirty="0" err="1" smtClean="0">
                <a:latin typeface="Times New Roman Roman"/>
              </a:rPr>
              <a:t>Haiqa</a:t>
            </a:r>
            <a:r>
              <a:rPr lang="en-US" b="1" dirty="0" smtClean="0">
                <a:latin typeface="Times New Roman Roman"/>
              </a:rPr>
              <a:t> </a:t>
            </a:r>
            <a:r>
              <a:rPr lang="en-US" b="1" dirty="0" err="1" smtClean="0">
                <a:latin typeface="Times New Roman Roman"/>
              </a:rPr>
              <a:t>Aftab</a:t>
            </a:r>
            <a:r>
              <a:rPr lang="en-US" b="1" dirty="0" smtClean="0">
                <a:latin typeface="Times New Roman Roman"/>
              </a:rPr>
              <a:t>(002</a:t>
            </a:r>
            <a:r>
              <a:rPr lang="en-US" b="1" dirty="0">
                <a:latin typeface="Times New Roman Roman"/>
              </a:rPr>
              <a:t>)</a:t>
            </a:r>
          </a:p>
          <a:p>
            <a:pPr marL="0" indent="0" algn="just">
              <a:buNone/>
            </a:pPr>
            <a:r>
              <a:rPr lang="en-US" b="1" dirty="0">
                <a:latin typeface="Times New Roman Roman"/>
              </a:rPr>
              <a:t>                          Alina 084</a:t>
            </a:r>
          </a:p>
          <a:p>
            <a:pPr marL="0" indent="0" algn="just">
              <a:buNone/>
            </a:pPr>
            <a:r>
              <a:rPr lang="en-US" dirty="0">
                <a:latin typeface="Times New Roman Roman"/>
              </a:rPr>
              <a:t>                </a:t>
            </a:r>
            <a:r>
              <a:rPr lang="en-US" b="1" dirty="0"/>
              <a:t> </a:t>
            </a:r>
            <a:r>
              <a:rPr lang="en-US" b="1" dirty="0" smtClean="0">
                <a:latin typeface="Times New Roman Roman"/>
              </a:rPr>
              <a:t>Presented to: </a:t>
            </a:r>
          </a:p>
          <a:p>
            <a:pPr marL="0" indent="0" algn="just">
              <a:buNone/>
            </a:pPr>
            <a:r>
              <a:rPr lang="en-US" b="1" dirty="0">
                <a:latin typeface="Times New Roman Roman"/>
              </a:rPr>
              <a:t> </a:t>
            </a:r>
            <a:r>
              <a:rPr lang="en-US" b="1" dirty="0" smtClean="0">
                <a:latin typeface="Times New Roman Roman"/>
              </a:rPr>
              <a:t>                                  Mam </a:t>
            </a:r>
            <a:r>
              <a:rPr lang="en-US" b="1" dirty="0" err="1" smtClean="0">
                <a:latin typeface="Times New Roman Roman"/>
              </a:rPr>
              <a:t>Azka</a:t>
            </a:r>
            <a:r>
              <a:rPr lang="en-US" b="1" dirty="0" smtClean="0">
                <a:latin typeface="Times New Roman Roman"/>
              </a:rPr>
              <a:t> Mir</a:t>
            </a:r>
            <a:r>
              <a:rPr lang="en-US" dirty="0" smtClean="0">
                <a:latin typeface="Times New Roman Roman"/>
              </a:rPr>
              <a:t>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821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Contents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5379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smtClean="0"/>
              <a:t>                    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 Roman"/>
              </a:rPr>
              <a:t>USKT website provides information and updates to its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 Roman"/>
              </a:rPr>
              <a:t>The website is designed for </a:t>
            </a:r>
            <a:r>
              <a:rPr lang="en-US" dirty="0" smtClean="0">
                <a:latin typeface="Times New Roman Roman"/>
              </a:rPr>
              <a:t>students</a:t>
            </a:r>
            <a:r>
              <a:rPr lang="en-US" dirty="0">
                <a:latin typeface="Times New Roman Roman"/>
              </a:rPr>
              <a:t> </a:t>
            </a:r>
            <a:r>
              <a:rPr lang="en-US" dirty="0" smtClean="0">
                <a:latin typeface="Times New Roman Roman"/>
              </a:rPr>
              <a:t>and staff.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 Roman"/>
              </a:rPr>
              <a:t>It ensures easy access to all information in one place.</a:t>
            </a:r>
          </a:p>
        </p:txBody>
      </p:sp>
    </p:spTree>
    <p:extLst>
      <p:ext uri="{BB962C8B-B14F-4D97-AF65-F5344CB8AC3E}">
        <p14:creationId xmlns:p14="http://schemas.microsoft.com/office/powerpoint/2010/main" val="27002076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Problem Statement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9134" y="1771122"/>
            <a:ext cx="8596668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 Roman"/>
              </a:rPr>
              <a:t>Previously</a:t>
            </a:r>
            <a:r>
              <a:rPr lang="en-US" dirty="0">
                <a:latin typeface="Times New Roman Roman"/>
              </a:rPr>
              <a:t>, information about USKT services was </a:t>
            </a:r>
            <a:r>
              <a:rPr lang="en-US" dirty="0" smtClean="0">
                <a:latin typeface="Times New Roman Roman"/>
              </a:rPr>
              <a:t>scattered.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 Roman"/>
              </a:rPr>
              <a:t>Users </a:t>
            </a:r>
            <a:r>
              <a:rPr lang="en-US" dirty="0">
                <a:latin typeface="Times New Roman Roman"/>
              </a:rPr>
              <a:t>faced difficulty in finding updates and contact </a:t>
            </a:r>
            <a:r>
              <a:rPr lang="en-US" dirty="0" smtClean="0">
                <a:latin typeface="Times New Roman Roman"/>
              </a:rPr>
              <a:t>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 Roman"/>
              </a:rPr>
              <a:t>Website </a:t>
            </a:r>
            <a:r>
              <a:rPr lang="en-US" dirty="0">
                <a:latin typeface="Times New Roman Roman"/>
              </a:rPr>
              <a:t>solves these issues </a:t>
            </a:r>
            <a:r>
              <a:rPr lang="en-US" dirty="0" smtClean="0">
                <a:latin typeface="Times New Roman Roman"/>
              </a:rPr>
              <a:t>by:</a:t>
            </a:r>
          </a:p>
          <a:p>
            <a:pPr marL="0" indent="0">
              <a:buNone/>
            </a:pPr>
            <a:r>
              <a:rPr lang="en-US" dirty="0" smtClean="0">
                <a:latin typeface="Times New Roman Roman"/>
              </a:rPr>
              <a:t>       1. Centralizing information.</a:t>
            </a:r>
          </a:p>
          <a:p>
            <a:pPr marL="0" indent="0">
              <a:buNone/>
            </a:pPr>
            <a:r>
              <a:rPr lang="en-US" dirty="0">
                <a:latin typeface="Times New Roman Roman"/>
              </a:rPr>
              <a:t>      </a:t>
            </a:r>
            <a:r>
              <a:rPr lang="en-US" dirty="0" smtClean="0">
                <a:latin typeface="Times New Roman Roman"/>
              </a:rPr>
              <a:t> </a:t>
            </a:r>
            <a:r>
              <a:rPr lang="en-US" dirty="0">
                <a:latin typeface="Times New Roman Roman"/>
              </a:rPr>
              <a:t>2. Providing easy </a:t>
            </a:r>
            <a:r>
              <a:rPr lang="en-US" dirty="0" smtClean="0">
                <a:latin typeface="Times New Roman Roman"/>
              </a:rPr>
              <a:t>navigation.</a:t>
            </a:r>
          </a:p>
          <a:p>
            <a:pPr marL="0" indent="0">
              <a:buNone/>
            </a:pPr>
            <a:r>
              <a:rPr lang="en-US" dirty="0">
                <a:latin typeface="Times New Roman Roman"/>
              </a:rPr>
              <a:t>       3. </a:t>
            </a:r>
            <a:r>
              <a:rPr lang="en-US" dirty="0" smtClean="0">
                <a:latin typeface="Times New Roman Roman"/>
              </a:rPr>
              <a:t>Providing </a:t>
            </a:r>
            <a:r>
              <a:rPr lang="en-US" dirty="0" smtClean="0">
                <a:latin typeface="Times New Roman Roman"/>
              </a:rPr>
              <a:t>basic and needed </a:t>
            </a:r>
            <a:r>
              <a:rPr lang="en-US" dirty="0" smtClean="0">
                <a:latin typeface="Times New Roman Roman"/>
              </a:rPr>
              <a:t>navigation</a:t>
            </a:r>
            <a:r>
              <a:rPr lang="en-US" dirty="0" smtClean="0">
                <a:latin typeface="Times New Roman Roman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 Roman"/>
              </a:rPr>
              <a:t> </a:t>
            </a:r>
            <a:r>
              <a:rPr lang="en-US" dirty="0" smtClean="0">
                <a:latin typeface="Times New Roman Roman"/>
              </a:rPr>
              <a:t>         </a:t>
            </a:r>
            <a:endParaRPr lang="en-US" dirty="0">
              <a:latin typeface="Times New Roman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452" y="3478606"/>
            <a:ext cx="3880736" cy="218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716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Project 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 Roman"/>
              </a:rPr>
              <a:t>Objective:</a:t>
            </a:r>
            <a:r>
              <a:rPr lang="en-US" dirty="0">
                <a:latin typeface="Times New Roman Roman"/>
              </a:rPr>
              <a:t> Design a modern and informative website for USKT</a:t>
            </a:r>
            <a:r>
              <a:rPr lang="en-US" dirty="0" smtClean="0">
                <a:latin typeface="Times New Roman Roman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 Roman"/>
              </a:rPr>
              <a:t>Ideas: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 Roman"/>
              </a:rPr>
              <a:t> </a:t>
            </a:r>
            <a:r>
              <a:rPr lang="en-US" dirty="0">
                <a:latin typeface="Times New Roman Roman"/>
              </a:rPr>
              <a:t>Home Page, About Us, </a:t>
            </a:r>
            <a:r>
              <a:rPr lang="en-US" dirty="0" smtClean="0">
                <a:latin typeface="Times New Roman Roman"/>
              </a:rPr>
              <a:t>Login page, Registration page, Services</a:t>
            </a:r>
            <a:r>
              <a:rPr lang="en-US" dirty="0">
                <a:latin typeface="Times New Roman Roman"/>
              </a:rPr>
              <a:t>, Contact Form</a:t>
            </a:r>
            <a:r>
              <a:rPr lang="en-US" dirty="0" smtClean="0">
                <a:latin typeface="Times New Roman Roman"/>
              </a:rPr>
              <a:t>, </a:t>
            </a:r>
            <a:r>
              <a:rPr lang="en-US" dirty="0" smtClean="0">
                <a:latin typeface="Times New Roman Roman"/>
              </a:rPr>
              <a:t>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 Roman"/>
              </a:rPr>
              <a:t>Easy </a:t>
            </a:r>
            <a:r>
              <a:rPr lang="en-US" dirty="0" smtClean="0">
                <a:latin typeface="Times New Roman Roman"/>
              </a:rPr>
              <a:t>navigation.</a:t>
            </a:r>
            <a:endParaRPr lang="en-US" dirty="0" smtClean="0">
              <a:latin typeface="Times New Roman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 Roman"/>
              </a:rPr>
              <a:t>Timeline: </a:t>
            </a:r>
          </a:p>
          <a:p>
            <a:pPr marL="0" indent="0">
              <a:buNone/>
            </a:pPr>
            <a:r>
              <a:rPr lang="en-US" dirty="0" smtClean="0">
                <a:latin typeface="Times New Roman Roman"/>
              </a:rPr>
              <a:t>      Planning </a:t>
            </a:r>
            <a:r>
              <a:rPr lang="en-US" dirty="0">
                <a:latin typeface="Times New Roman Roman"/>
              </a:rPr>
              <a:t>&amp; Analysis – </a:t>
            </a:r>
            <a:r>
              <a:rPr lang="en-US" dirty="0" smtClean="0">
                <a:latin typeface="Times New Roman Roman"/>
              </a:rPr>
              <a:t>10 days.</a:t>
            </a:r>
          </a:p>
          <a:p>
            <a:pPr marL="0" indent="0">
              <a:buNone/>
            </a:pPr>
            <a:r>
              <a:rPr lang="en-US" dirty="0">
                <a:latin typeface="Times New Roman Roman"/>
              </a:rPr>
              <a:t> </a:t>
            </a:r>
            <a:r>
              <a:rPr lang="en-US" dirty="0" smtClean="0">
                <a:latin typeface="Times New Roman Roman"/>
              </a:rPr>
              <a:t>     Design </a:t>
            </a:r>
            <a:r>
              <a:rPr lang="en-US" dirty="0">
                <a:latin typeface="Times New Roman Roman"/>
              </a:rPr>
              <a:t>&amp; Layout – 1 </a:t>
            </a:r>
            <a:r>
              <a:rPr lang="en-US" dirty="0" smtClean="0">
                <a:latin typeface="Times New Roman Roman"/>
              </a:rPr>
              <a:t>week.</a:t>
            </a:r>
          </a:p>
          <a:p>
            <a:pPr marL="0" indent="0">
              <a:buNone/>
            </a:pPr>
            <a:r>
              <a:rPr lang="en-US" dirty="0">
                <a:latin typeface="Times New Roman Roman"/>
              </a:rPr>
              <a:t> </a:t>
            </a:r>
            <a:r>
              <a:rPr lang="en-US" dirty="0" smtClean="0">
                <a:latin typeface="Times New Roman Roman"/>
              </a:rPr>
              <a:t>     Testing </a:t>
            </a:r>
            <a:r>
              <a:rPr lang="en-US" dirty="0">
                <a:latin typeface="Times New Roman Roman"/>
              </a:rPr>
              <a:t>&amp; Final Review – 1 </a:t>
            </a:r>
            <a:r>
              <a:rPr lang="en-US" dirty="0" smtClean="0">
                <a:latin typeface="Times New Roman Roman"/>
              </a:rPr>
              <a:t>week.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 Roman"/>
              </a:rPr>
              <a:t>Resources Need: Notepad, File Explorer, font awesome icons.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85968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w Roman Roman"/>
              </a:rPr>
              <a:t>Target Audience:</a:t>
            </a:r>
            <a:r>
              <a:rPr lang="en-US" dirty="0">
                <a:latin typeface="Times New w Roman Roman"/>
              </a:rPr>
              <a:t> </a:t>
            </a:r>
            <a:r>
              <a:rPr lang="en-US" dirty="0" smtClean="0">
                <a:latin typeface="Times New w Roman Roman"/>
              </a:rPr>
              <a:t>Students and staff.</a:t>
            </a:r>
            <a:endParaRPr lang="en-US" dirty="0">
              <a:latin typeface="Times New w Roman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w Roman Roman"/>
              </a:rPr>
              <a:t>Problem </a:t>
            </a:r>
            <a:r>
              <a:rPr lang="en-US" b="1" dirty="0">
                <a:latin typeface="Times New w Roman Roman"/>
              </a:rPr>
              <a:t>Identified:</a:t>
            </a:r>
            <a:r>
              <a:rPr lang="en-US" dirty="0">
                <a:latin typeface="Times New w Roman Roman"/>
              </a:rPr>
              <a:t> Scattered information </a:t>
            </a:r>
            <a:r>
              <a:rPr lang="en-US" dirty="0" smtClean="0">
                <a:latin typeface="Times New w Roman Roman"/>
              </a:rPr>
              <a:t>and not cleared.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w Roman Roman"/>
              </a:rPr>
              <a:t>Solution:</a:t>
            </a:r>
            <a:r>
              <a:rPr lang="en-US" dirty="0">
                <a:latin typeface="Times New w Roman Roman"/>
              </a:rPr>
              <a:t> Centralized website with clear structure and easy </a:t>
            </a:r>
            <a:r>
              <a:rPr lang="en-US" dirty="0" smtClean="0">
                <a:latin typeface="Times New w Roman Roman"/>
              </a:rPr>
              <a:t>navigation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6585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Requirement Specification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067" y="2075923"/>
            <a:ext cx="8596668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w Roman Roman"/>
              </a:rPr>
              <a:t>Functional </a:t>
            </a:r>
            <a:r>
              <a:rPr lang="en-US" dirty="0" smtClean="0">
                <a:latin typeface="Times New w Roman Roman"/>
              </a:rPr>
              <a:t>Requirements:</a:t>
            </a:r>
          </a:p>
          <a:p>
            <a:pPr marL="0" indent="0">
              <a:buNone/>
            </a:pPr>
            <a:r>
              <a:rPr lang="en-US" dirty="0">
                <a:latin typeface="Times New w Roman Roman"/>
              </a:rPr>
              <a:t>   </a:t>
            </a:r>
            <a:r>
              <a:rPr lang="en-US" dirty="0" smtClean="0">
                <a:latin typeface="Times New w Roman Roman"/>
              </a:rPr>
              <a:t>   1. </a:t>
            </a:r>
            <a:r>
              <a:rPr lang="en-US" dirty="0">
                <a:latin typeface="Times New w Roman Roman"/>
              </a:rPr>
              <a:t>Home Page with latest </a:t>
            </a:r>
            <a:r>
              <a:rPr lang="en-US" dirty="0" smtClean="0">
                <a:latin typeface="Times New w Roman Roman"/>
              </a:rPr>
              <a:t>information </a:t>
            </a:r>
            <a:r>
              <a:rPr lang="en-US" dirty="0">
                <a:latin typeface="Times New w Roman Roman"/>
              </a:rPr>
              <a:t>and </a:t>
            </a:r>
            <a:r>
              <a:rPr lang="en-US" dirty="0" smtClean="0">
                <a:latin typeface="Times New w Roman Roman"/>
              </a:rPr>
              <a:t>updates.</a:t>
            </a:r>
          </a:p>
          <a:p>
            <a:pPr marL="0" indent="0">
              <a:buNone/>
            </a:pPr>
            <a:r>
              <a:rPr lang="en-US" dirty="0">
                <a:latin typeface="Times New w Roman Roman"/>
              </a:rPr>
              <a:t>      </a:t>
            </a:r>
            <a:r>
              <a:rPr lang="en-US" dirty="0" smtClean="0">
                <a:latin typeface="Times New w Roman Roman"/>
              </a:rPr>
              <a:t>2</a:t>
            </a:r>
            <a:r>
              <a:rPr lang="en-US" dirty="0">
                <a:latin typeface="Times New w Roman Roman"/>
              </a:rPr>
              <a:t>. About Us Page to explain USKT </a:t>
            </a:r>
            <a:r>
              <a:rPr lang="en-US" dirty="0" smtClean="0">
                <a:latin typeface="Times New w Roman Roman"/>
              </a:rPr>
              <a:t>mission.</a:t>
            </a:r>
          </a:p>
          <a:p>
            <a:pPr marL="0" indent="0">
              <a:buNone/>
            </a:pPr>
            <a:r>
              <a:rPr lang="en-US" dirty="0" smtClean="0">
                <a:latin typeface="Times New w Roman Roman"/>
              </a:rPr>
              <a:t>      3.Login page .</a:t>
            </a:r>
          </a:p>
          <a:p>
            <a:pPr marL="0" indent="0">
              <a:buNone/>
            </a:pPr>
            <a:r>
              <a:rPr lang="en-US" dirty="0" smtClean="0">
                <a:latin typeface="Times New w Roman Roman"/>
              </a:rPr>
              <a:t>      4. Contact Form for user inquiries.</a:t>
            </a:r>
          </a:p>
          <a:p>
            <a:pPr marL="0" indent="0">
              <a:buNone/>
            </a:pPr>
            <a:r>
              <a:rPr lang="en-US" dirty="0" smtClean="0">
                <a:latin typeface="Times New w Roman Roman"/>
              </a:rPr>
              <a:t>      5. Gallery / Media Section to show images and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w Roman Roman"/>
              </a:rPr>
              <a:t>Non-Functional Requirements:</a:t>
            </a:r>
          </a:p>
          <a:p>
            <a:pPr marL="0" indent="0">
              <a:buNone/>
            </a:pPr>
            <a:r>
              <a:rPr lang="en-US" dirty="0">
                <a:latin typeface="Times New w Roman Roman"/>
              </a:rPr>
              <a:t> </a:t>
            </a:r>
            <a:r>
              <a:rPr lang="en-US" dirty="0" smtClean="0">
                <a:latin typeface="Times New w Roman Roman"/>
              </a:rPr>
              <a:t>    </a:t>
            </a:r>
            <a:r>
              <a:rPr lang="en-US" dirty="0">
                <a:latin typeface="Times New w Roman Roman"/>
              </a:rPr>
              <a:t>1. Responsive design, Clean and readable layout, Easy navigation, </a:t>
            </a:r>
            <a:endParaRPr lang="en-US" dirty="0" smtClean="0">
              <a:latin typeface="Times New w Roman Roman"/>
            </a:endParaRPr>
          </a:p>
          <a:p>
            <a:pPr marL="0" indent="0">
              <a:buNone/>
            </a:pPr>
            <a:r>
              <a:rPr lang="en-US" dirty="0">
                <a:latin typeface="Times New w Roman Roman"/>
              </a:rPr>
              <a:t> </a:t>
            </a:r>
            <a:r>
              <a:rPr lang="en-US" dirty="0" smtClean="0">
                <a:latin typeface="Times New w Roman Roman"/>
              </a:rPr>
              <a:t>     Consistent color </a:t>
            </a:r>
            <a:r>
              <a:rPr lang="en-US" dirty="0">
                <a:latin typeface="Times New w Roman Roman"/>
              </a:rPr>
              <a:t>scheme and </a:t>
            </a:r>
            <a:r>
              <a:rPr lang="en-US" dirty="0" smtClean="0">
                <a:latin typeface="Times New w Roman Roman"/>
              </a:rPr>
              <a:t>fonts.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33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HTML</a:t>
            </a:r>
            <a:r>
              <a:rPr lang="en-US" dirty="0" smtClean="0"/>
              <a:t>: To create pages for our Website.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CSS: </a:t>
            </a:r>
            <a:r>
              <a:rPr lang="en-US" dirty="0" smtClean="0"/>
              <a:t>It is useful for Designing  and stylings to make our website impactful.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8615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Design and Layout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Color scheme: Blue &amp; White (clean and professional</a:t>
            </a:r>
            <a:r>
              <a:rPr lang="en-US" dirty="0" smtClean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clear navigation </a:t>
            </a:r>
            <a:r>
              <a:rPr lang="en-US" dirty="0" smtClean="0"/>
              <a:t>menu.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Background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Icons (used for clearance).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Buttons</a:t>
            </a:r>
            <a:r>
              <a:rPr lang="en-US" dirty="0" smtClean="0"/>
              <a:t>.(to link pages).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7660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Technical  Details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Languages used: </a:t>
            </a:r>
            <a:r>
              <a:rPr lang="en-US" dirty="0"/>
              <a:t>HTML, </a:t>
            </a:r>
            <a:r>
              <a:rPr lang="en-US" dirty="0" smtClean="0"/>
              <a:t>CSS.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Hosting platform: </a:t>
            </a:r>
            <a:r>
              <a:rPr lang="en-US" dirty="0"/>
              <a:t>(e.g., GitHub </a:t>
            </a:r>
            <a:r>
              <a:rPr lang="en-US" dirty="0" smtClean="0"/>
              <a:t>Pages).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469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w Roman Roman"/>
              </a:rPr>
              <a:t>Tags</a:t>
            </a:r>
            <a:r>
              <a:rPr lang="en-US" dirty="0" smtClean="0">
                <a:latin typeface="Times New w Roman Roman"/>
              </a:rPr>
              <a:t>: Tags which we use in our website.</a:t>
            </a:r>
          </a:p>
          <a:p>
            <a:pPr marL="0" indent="0">
              <a:buNone/>
            </a:pPr>
            <a:r>
              <a:rPr lang="en-US" b="1" dirty="0" smtClean="0">
                <a:latin typeface="Times New w Roman Roman"/>
              </a:rPr>
              <a:t>       &lt;h1&gt; &lt;/h1&gt;,&lt;h2&gt;&lt;/h2&gt;,&lt;h3&gt;&lt;/h3&gt;,&lt;button&gt;&lt;/button&gt;&lt;style&gt;&lt;/style&gt;  </a:t>
            </a:r>
          </a:p>
          <a:p>
            <a:pPr marL="0" indent="0">
              <a:buNone/>
            </a:pPr>
            <a:r>
              <a:rPr lang="en-US" b="1" dirty="0">
                <a:latin typeface="Times New w Roman Roman"/>
              </a:rPr>
              <a:t> </a:t>
            </a:r>
            <a:r>
              <a:rPr lang="en-US" b="1" dirty="0" smtClean="0">
                <a:latin typeface="Times New w Roman Roman"/>
              </a:rPr>
              <a:t>       &lt;body&gt;&lt;/body&gt;,&lt;head&gt;&lt;/head&gt;,&lt;a&gt;&lt;/a&gt;,&lt;form&gt;&lt;/form&gt;,&lt;li&gt;&lt;/li&gt;, </a:t>
            </a:r>
          </a:p>
          <a:p>
            <a:pPr marL="0" indent="0">
              <a:buNone/>
            </a:pPr>
            <a:r>
              <a:rPr lang="en-US" b="1" dirty="0" smtClean="0">
                <a:latin typeface="Times New w Roman Roman"/>
              </a:rPr>
              <a:t>        </a:t>
            </a:r>
            <a:r>
              <a:rPr lang="en-US" b="1" dirty="0">
                <a:latin typeface="Times New w Roman Roman"/>
              </a:rPr>
              <a:t>&lt;</a:t>
            </a:r>
            <a:r>
              <a:rPr lang="en-US" b="1" dirty="0" err="1">
                <a:latin typeface="Times New w Roman Roman"/>
              </a:rPr>
              <a:t>textarea</a:t>
            </a:r>
            <a:r>
              <a:rPr lang="en-US" b="1" dirty="0" smtClean="0">
                <a:latin typeface="Times New w Roman Roman"/>
              </a:rPr>
              <a:t>&gt;&lt;/</a:t>
            </a:r>
            <a:r>
              <a:rPr lang="en-US" b="1" dirty="0" err="1" smtClean="0">
                <a:latin typeface="Times New w Roman Roman"/>
              </a:rPr>
              <a:t>textarea</a:t>
            </a:r>
            <a:r>
              <a:rPr lang="en-US" b="1" dirty="0" smtClean="0">
                <a:latin typeface="Times New w Roman Roman"/>
              </a:rPr>
              <a:t>&gt;,&lt;div&gt;&lt;/div&gt;, &lt;</a:t>
            </a:r>
            <a:r>
              <a:rPr lang="en-US" b="1" dirty="0" err="1" smtClean="0">
                <a:latin typeface="Times New w Roman Roman"/>
              </a:rPr>
              <a:t>br</a:t>
            </a:r>
            <a:r>
              <a:rPr lang="en-US" b="1" dirty="0" smtClean="0">
                <a:latin typeface="Times New w Roman Roman"/>
              </a:rPr>
              <a:t>&gt;,&lt;label&gt;&lt;/label&gt;.     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46966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Challenges and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Challenges: </a:t>
            </a:r>
            <a:r>
              <a:rPr lang="en-US" dirty="0"/>
              <a:t>C</a:t>
            </a:r>
            <a:r>
              <a:rPr lang="en-US" dirty="0" smtClean="0"/>
              <a:t>reate website for a normal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Solution: </a:t>
            </a:r>
            <a:r>
              <a:rPr lang="en-US" dirty="0" smtClean="0"/>
              <a:t>Clear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0621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w Roman Roman"/>
              </a:rPr>
              <a:t>USKT website is modern, accessible, and </a:t>
            </a:r>
            <a:r>
              <a:rPr lang="en-US" dirty="0" smtClean="0">
                <a:latin typeface="Times New w Roman Roman"/>
              </a:rPr>
              <a:t>informative.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w Roman Roman"/>
              </a:rPr>
              <a:t>Provides easy access to services, news, contact </a:t>
            </a:r>
            <a:r>
              <a:rPr lang="en-US" dirty="0" smtClean="0">
                <a:latin typeface="Times New w Roman Roman"/>
              </a:rPr>
              <a:t>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w Roman Roman"/>
              </a:rPr>
              <a:t>Future plans: Live news, interactive gallery, feedback </a:t>
            </a:r>
            <a:r>
              <a:rPr lang="en-US" dirty="0" smtClean="0">
                <a:latin typeface="Times New w Roman Roman"/>
              </a:rPr>
              <a:t>system.</a:t>
            </a:r>
          </a:p>
        </p:txBody>
      </p:sp>
    </p:spTree>
    <p:extLst>
      <p:ext uri="{BB962C8B-B14F-4D97-AF65-F5344CB8AC3E}">
        <p14:creationId xmlns:p14="http://schemas.microsoft.com/office/powerpoint/2010/main" val="111058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700</TotalTime>
  <Words>525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Times New Roman</vt:lpstr>
      <vt:lpstr>Times New Roman Roman</vt:lpstr>
      <vt:lpstr>Times New w Roman Roman</vt:lpstr>
      <vt:lpstr>Trebuchet MS</vt:lpstr>
      <vt:lpstr>Wingdings 3</vt:lpstr>
      <vt:lpstr>Facet</vt:lpstr>
      <vt:lpstr>  USKT Official Website</vt:lpstr>
      <vt:lpstr>                    Group Members</vt:lpstr>
      <vt:lpstr>                        Contents </vt:lpstr>
      <vt:lpstr>                     Introduction</vt:lpstr>
      <vt:lpstr>            Problem Statement</vt:lpstr>
      <vt:lpstr>                Project Planning</vt:lpstr>
      <vt:lpstr>                      Analysis</vt:lpstr>
      <vt:lpstr>         Requirement Specification             </vt:lpstr>
      <vt:lpstr>              Components</vt:lpstr>
      <vt:lpstr>         Design and Layout </vt:lpstr>
      <vt:lpstr>              Technical  Details </vt:lpstr>
      <vt:lpstr>                      Process</vt:lpstr>
      <vt:lpstr>             Challenges and Solution</vt:lpstr>
      <vt:lpstr>                   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USKT Official Website</dc:title>
  <dc:creator>DELL</dc:creator>
  <cp:lastModifiedBy>DELL</cp:lastModifiedBy>
  <cp:revision>25</cp:revision>
  <dcterms:created xsi:type="dcterms:W3CDTF">2026-02-21T22:37:44Z</dcterms:created>
  <dcterms:modified xsi:type="dcterms:W3CDTF">2026-02-25T22:13:57Z</dcterms:modified>
</cp:coreProperties>
</file>